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80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📷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PhotoSphere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— Gestão de Fotos com TDD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0" y="2468880"/>
            <a:ext cx="68580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Felipe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Software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Funcionalidade — Módulo Photo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· Upload e Gerenciamento de Fotos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11887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createPhoto()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foto (valida campos obrigatórios)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11887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listPhotos()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todas as fotos do sistema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43200" cy="11887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getPhotoById()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foto por ID ou lança erro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2743200" cy="11887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updatePhoto()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foto (valida permissão)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651760"/>
            <a:ext cx="2743200" cy="11887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deletePhoto()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154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foto (valida permissão)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651760"/>
            <a:ext cx="2743200" cy="11887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listByUser()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154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um usuário específico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1188720"/>
            <a:ext cx="2743200" cy="11887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listByCategory()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por categoria (valida ID)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3891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funções de negócio · 5 regras de validação · 4 camadas (Model → Service → Controller → Routes)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— Ciclo Red-Green-Refactor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real: validação de permissão (RN02)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9144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🔴 RED — Teste falha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502920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it('deve lançar erro se não é dono', async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mockModel.findByPk.mockResolvedValue(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id: 1, userId: 2, update: vi.fn()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updatePhoto(1, 99, { title: 'X'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).rejects.toThrow('Sem permissão');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1143000"/>
            <a:ext cx="9144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143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🟢 GREEN — Implementação mínima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603504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64592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updatePhoto = async (id, userId, data)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photo = await getPhotoById(id);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(photo.userId !== Number(userId))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'Sem permissão para editar esta foto'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photo.update(data);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3657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4560"/>
                </a:solidFill>
              </a:rPr>
              <a:t>♻️ REFACTOR — Extrair lógica duplicada (mesmo guard usado em deletePhoto):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023360"/>
            <a:ext cx="11430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14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assertOwnership = (photo, userId, action)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(photo.userId !== Number(userId))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Error(`Sem permissão para ${action} esta foto`);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updatePhoto e deletePhoto agora chamam assertOwnership() ✅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— photoService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testes · vi.mock() + vi.hoisted()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</a:rPr>
              <a:t>Estratégia: Mock total do PhotoModel — testa apenas regras de negócio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1005840"/>
            <a:ext cx="3017520" cy="45720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 testes 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54864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vi.hoisted() — necessário em ES Modules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mockPhotoModel = vi.hoisted(() =&gt; 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create: vi.fn(),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findAll: vi.fn(),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findByPk: vi.fn(),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vi.mock('../photoModel.js', () =&gt; ({ default: mockPhotoModel }));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1508760"/>
            <a:ext cx="2834640" cy="50292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createPhoto()   5 testes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508760"/>
            <a:ext cx="2834640" cy="50292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getPhotoById()   2 testes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148840"/>
            <a:ext cx="2834640" cy="50292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listPhotos()   1 teste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148840"/>
            <a:ext cx="2834640" cy="50292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updatePhoto()   2 testes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788920"/>
            <a:ext cx="2834640" cy="50292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deletePhoto()   2 testes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0" y="2788920"/>
            <a:ext cx="2834640" cy="50292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listByCategory()   2 testes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3429000"/>
            <a:ext cx="2834640" cy="50292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474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listByUser()   1 teste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11430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461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it('deve lançar erro se campos ausentes', async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photoService.createPhoto({ title: '', filename: 'f.jpg', userId: 1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).rejects.toThrow('Campos obrigatórios ausentes');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160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50"/>
                </a:solidFill>
              </a:rPr>
              <a:t>100% das funções cobertas · Isolamento total do banco de dados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Integração — Rotas HTTP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testes · Supertest + vi.mock(service)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</a:rPr>
              <a:t>Estratégia: Mock do Service — testa apenas a camada HTTP (controller + routes)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1005840"/>
            <a:ext cx="3017520" cy="4572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12 testes 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731520" cy="34747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5087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1527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/api/photos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52704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created, 400 sem título, 400 sem userId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20824"/>
            <a:ext cx="731520" cy="34747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2082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2039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/api/photos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0391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lista completa, 200 lista vazia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32888"/>
            <a:ext cx="731520" cy="34747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5328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2551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/api/photos/:id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55117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foto encontrada, 404 não encontrada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44952"/>
            <a:ext cx="731520" cy="34747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0449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/api/photos/:id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30632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atualizado, 403 sem permissão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73152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55701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DELETE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35753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/api/photos/:id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35753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deletado, 403 sem permissão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731520" cy="34747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069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/api/photos/user/:id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408736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fotos do usuário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572000"/>
            <a:ext cx="11430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663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request(app)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.delete('/api/photos/1').send({ userId: 99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expect(res.status).toBe(403); // sem permissão ✅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E2E — Playwright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testes · user.e2e.spec.js + photo.e2e.spec.js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00" cy="29260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👤 Módulo de Usuário — 5 testes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formulário de cadastro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94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novo usuário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97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credenciais válidas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00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 senha incorreta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e redirecionamento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5577840" cy="29260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📷 Módulo de Foto — 5 testes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de fotos (autenticado)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19456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194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upload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69748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697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foto e aparecer na lista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20040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200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detalhes de uma foto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70332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sem autenticação → /login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11430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976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playwright.config.js — sobe o servidor automaticamente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webServer: { command: 'node src/app.js', url: 'http://localhost:3000', reuseExistingServer: true 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Browser: Chromium · Sem MySQL — usa SQLite em NODE_ENV=test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Código &amp; Mutation Testing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coverage ≥80% · Stryker ≥70%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00" cy="32004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📊 Cobertura (Vitest + v8)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Arquivo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Stmts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Funcs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Lines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photoService.js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2057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≥90%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057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100%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057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≥90%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photoController.js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≥85%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100%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≥85%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userService.js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063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≥80%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063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≥80%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3063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≥80%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Threshold mínimo: lines ≥80%, functions ≥80%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143000"/>
            <a:ext cx="5577840" cy="32004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☣️ Mutation Testing (Stryker)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169164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Mutantes gerados: ~30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219456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194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score: ≥70%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269748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697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Killed: operadores lógicos, condicionais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320040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3200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Survived: boundary em categoryId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370332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adicionado teste com categoryId=0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3931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stryker run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4343400"/>
            <a:ext cx="11430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4348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stryker.config.mjs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mutate: ['src/modules/photo/photoService.js', 'src/modules/user/userService.js'],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thresholds: { high: 80, low: 70, break: 60 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 — GitHub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.github/workflows/ci.yml · 2 jobs em sequência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303520" cy="32004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Job 1 — Unit &amp;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91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+ Node.js 20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97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.env (SQLite — sem Docker)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00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test:coverage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03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artefato coverage/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286000"/>
            <a:ext cx="640080" cy="457200"/>
          </a:xfrm>
          <a:prstGeom prst="rightArrow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2834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C0"/>
                </a:solidFill>
              </a:rPr>
              <a:t>needs: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1143000"/>
            <a:ext cx="5120640" cy="32004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Job 2 — E2E (Playwright)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66560" y="169164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+ Node.js 20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219456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269748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install chromium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320040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playwright test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66560" y="3703320"/>
            <a:ext cx="54864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playwright-report/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434840"/>
            <a:ext cx="53035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26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[main, master]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[main, master]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0" y="4434840"/>
            <a:ext cx="51206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526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needs: unit-and-integration  # só roda se job 1 passar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runs-on: ubuntu-latest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Sequência — POST /api/photos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de criação de foto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143000"/>
            <a:ext cx="1371600" cy="41148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0" cy="3291840"/>
          </a:xfrm>
          <a:prstGeom prst="line">
            <a:avLst/>
          </a:prstGeom>
          <a:noFill/>
          <a:ln w="6350">
            <a:solidFill>
              <a:srgbClr val="B0B0C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737360" y="1143000"/>
            <a:ext cx="1371600" cy="41148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554480"/>
            <a:ext cx="0" cy="3291840"/>
          </a:xfrm>
          <a:prstGeom prst="line">
            <a:avLst/>
          </a:prstGeom>
          <a:noFill/>
          <a:ln w="6350">
            <a:solidFill>
              <a:srgbClr val="B0B0C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383280" y="1143000"/>
            <a:ext cx="1371600" cy="41148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69080" y="1554480"/>
            <a:ext cx="0" cy="3291840"/>
          </a:xfrm>
          <a:prstGeom prst="line">
            <a:avLst/>
          </a:prstGeom>
          <a:noFill/>
          <a:ln w="6350">
            <a:solidFill>
              <a:srgbClr val="B0B0C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29200" y="1143000"/>
            <a:ext cx="1371600" cy="41148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1554480"/>
            <a:ext cx="0" cy="3291840"/>
          </a:xfrm>
          <a:prstGeom prst="line">
            <a:avLst/>
          </a:prstGeom>
          <a:noFill/>
          <a:ln w="6350">
            <a:solidFill>
              <a:srgbClr val="B0B0C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675120" y="1143000"/>
            <a:ext cx="1371600" cy="41148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554480"/>
            <a:ext cx="0" cy="3291840"/>
          </a:xfrm>
          <a:prstGeom prst="line">
            <a:avLst/>
          </a:prstGeom>
          <a:noFill/>
          <a:ln w="6350">
            <a:solidFill>
              <a:srgbClr val="B0B0C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686800" y="1143000"/>
            <a:ext cx="1371600" cy="41148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72600" y="1554480"/>
            <a:ext cx="0" cy="3291840"/>
          </a:xfrm>
          <a:prstGeom prst="line">
            <a:avLst/>
          </a:prstGeom>
          <a:noFill/>
          <a:ln w="6350">
            <a:solidFill>
              <a:srgbClr val="B0B0C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77240" y="1737360"/>
            <a:ext cx="16459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22960" y="1508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POST /api/photos {title,filename,userId}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23160" y="2103120"/>
            <a:ext cx="16459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▶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6888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createPhoto(req, res)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69080" y="2468880"/>
            <a:ext cx="16459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▶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14800" y="22402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createPhoto({title, filename, userId})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15000" y="2834640"/>
            <a:ext cx="1645920" cy="0"/>
          </a:xfrm>
          <a:prstGeom prst="line">
            <a:avLst/>
          </a:prstGeom>
          <a:noFill/>
          <a:ln w="1524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</a:rPr>
              <a:t>▶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760720" y="2606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PhotoModel.create({...})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60920" y="3200400"/>
            <a:ext cx="2011680" cy="0"/>
          </a:xfrm>
          <a:prstGeom prst="line">
            <a:avLst/>
          </a:prstGeom>
          <a:noFill/>
          <a:ln w="1524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</a:rPr>
              <a:t>▶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406640" y="2971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INSERT INTO photos ...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60920" y="3520440"/>
            <a:ext cx="2011680" cy="0"/>
          </a:xfrm>
          <a:prstGeom prst="line">
            <a:avLst/>
          </a:prstGeom>
          <a:noFill/>
          <a:ln w="15240">
            <a:solidFill>
              <a:srgbClr val="E94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 flipH="1">
            <a:off x="923544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94560"/>
                </a:solidFill>
              </a:rPr>
              <a:t>▶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406640" y="3291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4560"/>
                </a:solidFill>
              </a:rPr>
              <a:t>{ id: 1, title, ... }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15000" y="3840480"/>
            <a:ext cx="1645920" cy="0"/>
          </a:xfrm>
          <a:prstGeom prst="line">
            <a:avLst/>
          </a:prstGeom>
          <a:noFill/>
          <a:ln w="15240">
            <a:solidFill>
              <a:srgbClr val="E945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 flipH="1">
            <a:off x="722376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94560"/>
                </a:solidFill>
              </a:rPr>
              <a:t>▶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76072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4560"/>
                </a:solidFill>
              </a:rPr>
              <a:t>Photo instance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069080" y="4160520"/>
            <a:ext cx="1645920" cy="0"/>
          </a:xfrm>
          <a:prstGeom prst="line">
            <a:avLst/>
          </a:prstGeom>
          <a:noFill/>
          <a:ln w="15240">
            <a:solidFill>
              <a:srgbClr val="E945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 flipH="1">
            <a:off x="557784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94560"/>
                </a:solidFill>
              </a:rPr>
              <a:t>▶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114800" y="3931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4560"/>
                </a:solidFill>
              </a:rPr>
              <a:t>photo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77240" y="4480560"/>
            <a:ext cx="3291840" cy="0"/>
          </a:xfrm>
          <a:prstGeom prst="line">
            <a:avLst/>
          </a:prstGeom>
          <a:noFill/>
          <a:ln w="15240">
            <a:solidFill>
              <a:srgbClr val="4CAF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 flipH="1">
            <a:off x="393192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</a:rPr>
              <a:t>▶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22960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HTTP 201 { id: 1, title, ... }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 Aprendidas &amp; Resultado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na prática — o que mudou na qualidade do código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430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669280" cy="1554480"/>
          </a:xfrm>
          <a:prstGeom prst="roundRect">
            <a:avLst/>
          </a:prstGeom>
          <a:solidFill>
            <a:srgbClr val="0F3460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🔴🟢♻️  TDD disciplina o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Escrever o teste antes da implementação revelou 3 funções com responsabilidades múltiplas, levando à extração de assertOwnership().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669280" cy="1554480"/>
          </a:xfrm>
          <a:prstGeom prst="roundRect">
            <a:avLst/>
          </a:prstGeom>
          <a:solidFill>
            <a:srgbClr val="0F3460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2344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🧩  vi.hoisted() em ES Modules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6459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Diferente do CommonJS, ES Modules requerem vi.hoisted() para criar mocks antes dos imports — aprendizado essencial para o projeto.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5669280" cy="1554480"/>
          </a:xfrm>
          <a:prstGeom prst="roundRect">
            <a:avLst/>
          </a:prstGeom>
          <a:solidFill>
            <a:srgbClr val="0F3460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718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🔌  Integração vs Unitário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Mockar o Service (não o Model) nos testes de integração torna os testes HTTP rápidos e determinísticos, sem depender de banco.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5669280" cy="1554480"/>
          </a:xfrm>
          <a:prstGeom prst="roundRect">
            <a:avLst/>
          </a:prstGeom>
          <a:solidFill>
            <a:srgbClr val="0F3460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9718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☣️  Mutation testing revelou gaps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3832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Cobertura de 90% não significa qualidade. Stryker revelou mutantes sobreviventes em boundary conditions que não eram testados.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572000"/>
            <a:ext cx="11430000" cy="45720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5720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Resultado: ~67 testes · Cobertura ≥80% · Mutation Score ≥70% · CI Pipeline 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PhotoSphere — N3 TDD</dc:subject>
  <dc:creator>André Felipe</dc:creator>
  <cp:lastModifiedBy>André Felipe</cp:lastModifiedBy>
  <cp:revision>1</cp:revision>
  <dcterms:created xsi:type="dcterms:W3CDTF">2026-06-29T23:48:11Z</dcterms:created>
  <dcterms:modified xsi:type="dcterms:W3CDTF">2026-06-29T23:48:11Z</dcterms:modified>
</cp:coreProperties>
</file>